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94828D-3B61-46C3-9DF6-4970CD82481D}">
  <a:tblStyle styleId="{3C94828D-3B61-46C3-9DF6-4970CD8248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l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aa1e1490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9aa1e1490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hyperlink" Target="http://drive.google.com/file/d/15foZN8vicdnCjBu63AENLRf2CmGfiQnW/view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meta.ai/prompt/b2595829-a6fc-42c1-bc08-daa674ce6d7a" TargetMode="External"/><Relationship Id="rId4" Type="http://schemas.openxmlformats.org/officeDocument/2006/relationships/hyperlink" Target="https://pixabay.com//?utm_source=link-attribution&amp;utm_medium=referral&amp;utm_campaign=image&amp;utm_content=8483739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pixabay.com/sound-effects/search/skateboard/" TargetMode="External"/><Relationship Id="rId6" Type="http://schemas.openxmlformats.org/officeDocument/2006/relationships/hyperlink" Target="http://drive.google.com/file/d/15foZN8vicdnCjBu63AENLRf2CmGfiQnW/view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ss.joycegsy.com/PeiEn/" TargetMode="External"/><Relationship Id="rId4" Type="http://schemas.openxmlformats.org/officeDocument/2006/relationships/hyperlink" Target="https://sss.joycegsy.com/HongTing/" TargetMode="External"/><Relationship Id="rId11" Type="http://schemas.openxmlformats.org/officeDocument/2006/relationships/hyperlink" Target="https://sss.joycegsy.com/Mukhriz/" TargetMode="External"/><Relationship Id="rId10" Type="http://schemas.openxmlformats.org/officeDocument/2006/relationships/hyperlink" Target="https://sss.joycegsy.com/Estelle/" TargetMode="External"/><Relationship Id="rId12" Type="http://schemas.openxmlformats.org/officeDocument/2006/relationships/hyperlink" Target="https://sss.joycegsy.com/Zavier/" TargetMode="External"/><Relationship Id="rId9" Type="http://schemas.openxmlformats.org/officeDocument/2006/relationships/hyperlink" Target="https://sss.joycegsy.com/Emberlyn/" TargetMode="External"/><Relationship Id="rId5" Type="http://schemas.openxmlformats.org/officeDocument/2006/relationships/hyperlink" Target="https://sss.joycegsy.com/Ezra/" TargetMode="External"/><Relationship Id="rId6" Type="http://schemas.openxmlformats.org/officeDocument/2006/relationships/hyperlink" Target="https://sss.joycegsy.com/Aqmal/" TargetMode="External"/><Relationship Id="rId7" Type="http://schemas.openxmlformats.org/officeDocument/2006/relationships/hyperlink" Target="https://the-king-12.github.io" TargetMode="External"/><Relationship Id="rId8" Type="http://schemas.openxmlformats.org/officeDocument/2006/relationships/hyperlink" Target="https://sss.joycegsy.com/Joann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1524000" y="525328"/>
            <a:ext cx="91440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MWA Project Planning</a:t>
            </a:r>
            <a:br>
              <a:rPr lang="en-US"/>
            </a:br>
            <a:r>
              <a:rPr lang="en-US"/>
              <a:t>Name: Wesley</a:t>
            </a:r>
            <a:br>
              <a:rPr lang="en-US"/>
            </a:br>
            <a:r>
              <a:rPr lang="en-US"/>
              <a:t>Index No: 20 </a:t>
            </a:r>
            <a:br>
              <a:rPr lang="en-US"/>
            </a:br>
            <a:r>
              <a:rPr lang="en-US"/>
              <a:t>Class: S4-2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Read the instructions given in the box on every slide.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Complete the information in each slide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more slides as needed</a:t>
            </a:r>
            <a:endParaRPr/>
          </a:p>
        </p:txBody>
      </p:sp>
      <p:sp>
        <p:nvSpPr>
          <p:cNvPr id="165" name="Google Shape;165;p25"/>
          <p:cNvSpPr txBox="1"/>
          <p:nvPr>
            <p:ph type="ctrTitle"/>
          </p:nvPr>
        </p:nvSpPr>
        <p:spPr>
          <a:xfrm>
            <a:off x="1590425" y="525328"/>
            <a:ext cx="91440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>
                <a:solidFill>
                  <a:srgbClr val="F1C232"/>
                </a:solidFill>
              </a:rPr>
              <a:t>MWA Project Planning</a:t>
            </a:r>
            <a:br>
              <a:rPr lang="en-US">
                <a:solidFill>
                  <a:srgbClr val="F1C232"/>
                </a:solidFill>
              </a:rPr>
            </a:br>
            <a:r>
              <a:rPr lang="en-US">
                <a:solidFill>
                  <a:srgbClr val="F1C232"/>
                </a:solidFill>
              </a:rPr>
              <a:t>Name: Wesley</a:t>
            </a:r>
            <a:br>
              <a:rPr lang="en-US">
                <a:solidFill>
                  <a:srgbClr val="F1C232"/>
                </a:solidFill>
              </a:rPr>
            </a:br>
            <a:r>
              <a:rPr lang="en-US">
                <a:solidFill>
                  <a:srgbClr val="F1C232"/>
                </a:solidFill>
              </a:rPr>
              <a:t>Index No: 20 </a:t>
            </a:r>
            <a:br>
              <a:rPr lang="en-US">
                <a:solidFill>
                  <a:srgbClr val="F1C232"/>
                </a:solidFill>
              </a:rPr>
            </a:br>
            <a:r>
              <a:rPr lang="en-US">
                <a:solidFill>
                  <a:srgbClr val="F1C232"/>
                </a:solidFill>
              </a:rPr>
              <a:t>Class: S4-2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131212"/>
                </a:solidFill>
              </a:rPr>
              <a:t>Project Theme</a:t>
            </a:r>
            <a:endParaRPr>
              <a:solidFill>
                <a:srgbClr val="131212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/>
              <a:t>Theme name: Skating to the end and score points. </a:t>
            </a:r>
            <a:endParaRPr sz="1800"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6716486" y="0"/>
            <a:ext cx="5475514" cy="238397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Clearly state the overall theme of your Adobe Animate project.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 themes: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Fitness Fun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Interactive Sports Challenge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Showcase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Educational Game</a:t>
            </a:r>
            <a:endParaRPr/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771325" y="365050"/>
            <a:ext cx="4511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chemeClr val="accent2"/>
                </a:solidFill>
              </a:rPr>
              <a:t>Project Theme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Purpose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Purpose of the project: To let people learn the basics of skateboarding. 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Type of project: Create a simple game based on skateboarding to the finish line using coins or points.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Why this purpose was chosen: </a:t>
            </a:r>
            <a:br>
              <a:rPr lang="en-US" sz="1800"/>
            </a:br>
            <a:r>
              <a:rPr lang="en-US" sz="1800"/>
              <a:t>It’s chosen because to let people who is interested in skateboarding to learn how to ride skateboard safely and the basic techniques of skateboarding. It also teaches people to </a:t>
            </a:r>
            <a:r>
              <a:rPr lang="en-US" sz="1800"/>
              <a:t>learn</a:t>
            </a:r>
            <a:r>
              <a:rPr lang="en-US" sz="1800"/>
              <a:t> skateboarding confidently. </a:t>
            </a:r>
            <a:endParaRPr sz="1800"/>
          </a:p>
        </p:txBody>
      </p:sp>
      <p:sp>
        <p:nvSpPr>
          <p:cNvPr id="180" name="Google Shape;180;p27"/>
          <p:cNvSpPr/>
          <p:nvPr/>
        </p:nvSpPr>
        <p:spPr>
          <a:xfrm>
            <a:off x="6179850" y="0"/>
            <a:ext cx="6012000" cy="1920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Describe the purpose of your project.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Specify whether it's to: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Promote a sports event.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Advertise a new gym.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Promote a new product.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simple game.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another clearly defined purpose.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Explain why you chose this particular purpose.</a:t>
            </a:r>
            <a:endParaRPr/>
          </a:p>
        </p:txBody>
      </p:sp>
      <p:sp>
        <p:nvSpPr>
          <p:cNvPr id="181" name="Google Shape;181;p27"/>
          <p:cNvSpPr txBox="1"/>
          <p:nvPr>
            <p:ph type="title"/>
          </p:nvPr>
        </p:nvSpPr>
        <p:spPr>
          <a:xfrm>
            <a:off x="895525" y="365113"/>
            <a:ext cx="450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4A86E8"/>
                </a:solidFill>
              </a:rPr>
              <a:t>Project Purpose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Animation Description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401175" y="1825625"/>
            <a:ext cx="10952700" cy="4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Animation overview:</a:t>
            </a:r>
            <a:r>
              <a:rPr lang="en-US" sz="1800"/>
              <a:t> </a:t>
            </a:r>
            <a:br>
              <a:rPr lang="en-US" sz="1800"/>
            </a:br>
            <a:r>
              <a:rPr lang="en-US" sz="1800"/>
              <a:t>A skateboarding rides forward, collecting points on the way to the finish line.</a:t>
            </a:r>
            <a:br>
              <a:rPr lang="en-US" sz="1800"/>
            </a:b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Sequence &amp; movements:</a:t>
            </a:r>
            <a:r>
              <a:rPr lang="en-US" sz="1800"/>
              <a:t> </a:t>
            </a:r>
            <a:br>
              <a:rPr lang="en-US" sz="1800"/>
            </a:br>
            <a:r>
              <a:rPr lang="en-US" sz="1800"/>
              <a:t>The skateboarder starts from the rights, skate from one end to another end, together with player 2. 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Visual style:</a:t>
            </a:r>
            <a:r>
              <a:rPr lang="en-US" sz="1800"/>
              <a:t> Bright, simple, and cartoon-like for easy understanding.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Ending:</a:t>
            </a:r>
            <a:r>
              <a:rPr lang="en-US" sz="1800"/>
              <a:t> The animation ends at the finish line but can loop again if click on the restart button and the start button again. </a:t>
            </a:r>
            <a:endParaRPr sz="1800"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</p:txBody>
      </p:sp>
      <p:sp>
        <p:nvSpPr>
          <p:cNvPr id="188" name="Google Shape;188;p28"/>
          <p:cNvSpPr/>
          <p:nvPr/>
        </p:nvSpPr>
        <p:spPr>
          <a:xfrm>
            <a:off x="6714725" y="0"/>
            <a:ext cx="5477400" cy="1738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 a detailed description of the animation you plan to create.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Describe the sequence of events, key movements, and overall style.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will the user see happen on the screen?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it be a looping animation, or one that has a defined end?</a:t>
            </a:r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895525" y="365050"/>
            <a:ext cx="6077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93C47D"/>
                </a:solidFill>
              </a:rPr>
              <a:t>Animation Description</a:t>
            </a:r>
            <a:endParaRPr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Opening Page Sketch</a:t>
            </a:r>
            <a:endParaRPr/>
          </a:p>
        </p:txBody>
      </p:sp>
      <p:sp>
        <p:nvSpPr>
          <p:cNvPr id="195" name="Google Shape;195;p29"/>
          <p:cNvSpPr/>
          <p:nvPr/>
        </p:nvSpPr>
        <p:spPr>
          <a:xfrm>
            <a:off x="6361325" y="0"/>
            <a:ext cx="5830500" cy="169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rough sketch of your project's opening page.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Include: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of visual elements.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Placement of buttons (e.g., "Start," "About," "Instructions").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there will be a website link, show the location.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Label each element.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can be a hand drawn sketch that is inserted into this slide</a:t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6466375" y="2015375"/>
            <a:ext cx="51960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Labels: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Top: </a:t>
            </a:r>
            <a:r>
              <a:rPr lang="en-US" sz="1600">
                <a:solidFill>
                  <a:schemeClr val="dk1"/>
                </a:solidFill>
              </a:rPr>
              <a:t>Game name and Instructions. (Intro Page)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Middle: </a:t>
            </a:r>
            <a:r>
              <a:rPr lang="en-US" sz="1600">
                <a:solidFill>
                  <a:schemeClr val="dk1"/>
                </a:solidFill>
              </a:rPr>
              <a:t>Skateboarder</a:t>
            </a:r>
            <a:r>
              <a:rPr lang="en-US" sz="1600">
                <a:solidFill>
                  <a:schemeClr val="dk1"/>
                </a:solidFill>
              </a:rPr>
              <a:t> Character (Player 1 and Player 2)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Bottom: </a:t>
            </a:r>
            <a:r>
              <a:rPr lang="en-US" sz="1600">
                <a:solidFill>
                  <a:schemeClr val="dk1"/>
                </a:solidFill>
              </a:rPr>
              <a:t>Play button, Website button, Music button and Start button.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563100" y="2015375"/>
            <a:ext cx="51960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Opening Page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Game title name: XXX → this page at intro.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Restart Button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Start Button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Website Button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Scoring: 000 			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Skateboarder center of the screen. (Player 1 and Player 2)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98" name="Google Shape;198;p29"/>
          <p:cNvSpPr txBox="1"/>
          <p:nvPr>
            <p:ph type="title"/>
          </p:nvPr>
        </p:nvSpPr>
        <p:spPr>
          <a:xfrm>
            <a:off x="770825" y="365050"/>
            <a:ext cx="559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A4C2F4"/>
                </a:solidFill>
              </a:rPr>
              <a:t>Opening Page Sketch</a:t>
            </a: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Opening Page Sketch</a:t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6361325" y="0"/>
            <a:ext cx="5830500" cy="169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rough sketch of your project's opening page.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Include: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of visual elements.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Placement of buttons (e.g., "Start," "About," "Instructions").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there will be a website link, show the location.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Label each element.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can be a hand drawn sketch that is inserted into this slide</a:t>
            </a:r>
            <a:endParaRPr/>
          </a:p>
        </p:txBody>
      </p:sp>
      <p:pic>
        <p:nvPicPr>
          <p:cNvPr id="205" name="Google Shape;205;p30" title="player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900" y="3782601"/>
            <a:ext cx="1419424" cy="141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 title="project im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8416" y="1888551"/>
            <a:ext cx="4831816" cy="322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 title="project play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8125" y="1929600"/>
            <a:ext cx="2930300" cy="17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611300" y="1881650"/>
            <a:ext cx="31521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Image at the side are the characters and background that I’m using in my animation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09" name="Google Shape;209;p30"/>
          <p:cNvSpPr txBox="1"/>
          <p:nvPr>
            <p:ph type="title"/>
          </p:nvPr>
        </p:nvSpPr>
        <p:spPr>
          <a:xfrm>
            <a:off x="770825" y="365050"/>
            <a:ext cx="5590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BF9000"/>
                </a:solidFill>
              </a:rPr>
              <a:t>Opening Page Sketch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210" name="Google Shape;210;p30"/>
          <p:cNvCxnSpPr/>
          <p:nvPr/>
        </p:nvCxnSpPr>
        <p:spPr>
          <a:xfrm flipH="1">
            <a:off x="3310925" y="2786700"/>
            <a:ext cx="667200" cy="13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1" name="Google Shape;211;p30"/>
          <p:cNvSpPr txBox="1"/>
          <p:nvPr/>
        </p:nvSpPr>
        <p:spPr>
          <a:xfrm>
            <a:off x="2751675" y="3946075"/>
            <a:ext cx="16431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Player 1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212" name="Google Shape;212;p30"/>
          <p:cNvCxnSpPr>
            <a:stCxn id="205" idx="2"/>
          </p:cNvCxnSpPr>
          <p:nvPr/>
        </p:nvCxnSpPr>
        <p:spPr>
          <a:xfrm flipH="1">
            <a:off x="4505612" y="5202024"/>
            <a:ext cx="1146000" cy="45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3" name="Google Shape;213;p30"/>
          <p:cNvSpPr txBox="1"/>
          <p:nvPr/>
        </p:nvSpPr>
        <p:spPr>
          <a:xfrm>
            <a:off x="2744525" y="5352000"/>
            <a:ext cx="16431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Player 2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B26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Content Page Sketch</a:t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6444343" y="0"/>
            <a:ext cx="5747657" cy="210113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B4F9F"/>
              </a:gs>
              <a:gs pos="50000">
                <a:srgbClr val="A52497"/>
              </a:gs>
              <a:gs pos="100000">
                <a:srgbClr val="961A8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 Add more slides if you have many contents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rough sketch of a representative content page.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Include: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of content (text, images, interactive elements).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Placement of "Return" or navigation buttons.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the user navigates through the content.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Label each element.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can be a hand drawn sketch that is inserted into this slide</a:t>
            </a:r>
            <a:endParaRPr/>
          </a:p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790413" y="387700"/>
            <a:ext cx="5453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chemeClr val="lt2"/>
                </a:solidFill>
              </a:rPr>
              <a:t>Content Page Sketch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75" y="2043374"/>
            <a:ext cx="7006975" cy="46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Identification</a:t>
            </a:r>
            <a:endParaRPr/>
          </a:p>
        </p:txBody>
      </p:sp>
      <p:sp>
        <p:nvSpPr>
          <p:cNvPr id="227" name="Google Shape;227;p32"/>
          <p:cNvSpPr/>
          <p:nvPr/>
        </p:nvSpPr>
        <p:spPr>
          <a:xfrm>
            <a:off x="6093875" y="0"/>
            <a:ext cx="6098100" cy="1891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all the images you plan to use in your animation.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AutoNum type="arabicPeriod"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Identify: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Characters.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other visual elements.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 will the images come from? Original art, stock images, etc.</a:t>
            </a:r>
            <a:endParaRPr/>
          </a:p>
        </p:txBody>
      </p:sp>
      <p:sp>
        <p:nvSpPr>
          <p:cNvPr id="228" name="Google Shape;228;p32"/>
          <p:cNvSpPr txBox="1"/>
          <p:nvPr/>
        </p:nvSpPr>
        <p:spPr>
          <a:xfrm>
            <a:off x="745025" y="2149100"/>
            <a:ext cx="11003400" cy="4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Characters: One to Two Skateboarders (player 1 and player 2)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Visual Elements: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Image: AI (ChatGPT and Meta AI) and Google (Pixabay)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Background image at the side of the slides.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Sound/Music: 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Google (pixabay)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Music/sound is below the background image.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29" name="Google Shape;229;p32" title="project 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071" y="2091800"/>
            <a:ext cx="3854950" cy="25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>
            <p:ph type="title"/>
          </p:nvPr>
        </p:nvSpPr>
        <p:spPr>
          <a:xfrm>
            <a:off x="895525" y="365063"/>
            <a:ext cx="533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FFFF00"/>
                </a:solidFill>
              </a:rPr>
              <a:t>Image Identification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231" name="Google Shape;231;p32" title="Skateboard music 9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6325" y="4923850"/>
            <a:ext cx="793200" cy="7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Attribution</a:t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5482575" y="0"/>
            <a:ext cx="6709500" cy="2160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6B1C62"/>
              </a:gs>
              <a:gs pos="48000">
                <a:srgbClr val="A72C99"/>
              </a:gs>
              <a:gs pos="100000">
                <a:srgbClr val="D86CCC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Instructions:</a:t>
            </a:r>
            <a:endParaRPr sz="1300"/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ay"/>
              <a:buAutoNum type="arabicPeriod"/>
            </a:pP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you are using images from external sources (e.g., stock photo websites, Creative Commons), provide proper attribution.</a:t>
            </a:r>
            <a:endParaRPr sz="1300"/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ay"/>
              <a:buAutoNum type="arabicPeriod"/>
            </a:pP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300"/>
          </a:p>
          <a:p>
            <a:pPr indent="-33655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Stock Photo: "Image: [Image Title] by [Artist Name] from [Website Name].</a:t>
            </a:r>
            <a:endParaRPr sz="1300"/>
          </a:p>
          <a:p>
            <a:pPr indent="-33655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"Creative Commons: "Image: [Image Title] by [Artist Name] (CC BY-SA [Version Number]) from [Website Name].“</a:t>
            </a:r>
            <a:endParaRPr sz="1300"/>
          </a:p>
          <a:p>
            <a:pPr indent="-33655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the image is public domain, state that.</a:t>
            </a:r>
            <a:endParaRPr sz="1300"/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ay"/>
              <a:buAutoNum type="arabicPeriod"/>
            </a:pP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 the direct URL of the image source if possible.</a:t>
            </a:r>
            <a:endParaRPr sz="1300"/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ay"/>
              <a:buAutoNum type="arabicPeriod"/>
            </a:pPr>
            <a:r>
              <a:rPr lang="en-US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all images are original, state "All images are original works."</a:t>
            </a:r>
            <a:endParaRPr sz="1300"/>
          </a:p>
        </p:txBody>
      </p:sp>
      <p:sp>
        <p:nvSpPr>
          <p:cNvPr id="238" name="Google Shape;238;p33"/>
          <p:cNvSpPr txBox="1"/>
          <p:nvPr/>
        </p:nvSpPr>
        <p:spPr>
          <a:xfrm>
            <a:off x="296100" y="1642875"/>
            <a:ext cx="45180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Image Source: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https://www.meta.ai/prompt/b2595829-a6fc-42c1-bc08-daa674ce6d7a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https://pixabay.com//?utm_source=link-attribution&amp;utm_medium=referral&amp;utm_campaign=image&amp;utm_content=8483739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Skateboarding Music Source: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Skateboard Sound Effect</a:t>
            </a:r>
            <a:r>
              <a:rPr lang="en-US">
                <a:solidFill>
                  <a:schemeClr val="dk1"/>
                </a:solidFill>
              </a:rPr>
              <a:t> → This is a link.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9" name="Google Shape;239;p33" title="Skateboard music 9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000" y="3910875"/>
            <a:ext cx="793200" cy="7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 txBox="1"/>
          <p:nvPr/>
        </p:nvSpPr>
        <p:spPr>
          <a:xfrm>
            <a:off x="1132800" y="4108800"/>
            <a:ext cx="430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→ Sound effects is the effects that I have chosen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1" name="Google Shape;241;p33" title="project image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5801" y="2302000"/>
            <a:ext cx="5216276" cy="34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 title="project play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486448">
            <a:off x="8724750" y="2770225"/>
            <a:ext cx="2930299" cy="171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 txBox="1"/>
          <p:nvPr>
            <p:ph type="title"/>
          </p:nvPr>
        </p:nvSpPr>
        <p:spPr>
          <a:xfrm>
            <a:off x="789600" y="365063"/>
            <a:ext cx="5216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CC0000"/>
                </a:solidFill>
              </a:rPr>
              <a:t>Image Attribution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Lead up to Project Theme Selection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49" name="Google Shape;249;p34"/>
          <p:cNvGraphicFramePr/>
          <p:nvPr/>
        </p:nvGraphicFramePr>
        <p:xfrm>
          <a:off x="960282" y="17692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{3C94828D-3B61-46C3-9DF6-4970CD82481D}</a:tableStyleId>
              </a:tblPr>
              <a:tblGrid>
                <a:gridCol w="5257800"/>
                <a:gridCol w="5257800"/>
              </a:tblGrid>
              <a:tr h="75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300" u="none" cap="none" strike="noStrike"/>
                        <a:t>Ask yourself</a:t>
                      </a:r>
                      <a:endParaRPr sz="23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300" u="none" cap="none" strike="noStrike"/>
                        <a:t>Pen down your thoughts</a:t>
                      </a:r>
                      <a:endParaRPr sz="23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</a:tr>
              <a:tr h="129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300" u="none" cap="none" strike="noStrike"/>
                        <a:t>What is the theme of your Project?</a:t>
                      </a:r>
                      <a:endParaRPr sz="2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Skating to the end and score points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300" u="none" cap="none" strike="noStrike"/>
                        <a:t>What is the purpose of your animation?</a:t>
                      </a:r>
                      <a:endParaRPr sz="23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To let people who are interested in skateboarding to encourage them to learn and learn the basic techniques.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300" u="none" cap="none" strike="noStrike"/>
                        <a:t>What is the story that you want to tell?</a:t>
                      </a:r>
                      <a:endParaRPr sz="23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Don’t be afraid of learning skateboard, it will be hard at first. But once you learn used to it, it will be easy for you.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34"/>
          <p:cNvSpPr txBox="1"/>
          <p:nvPr>
            <p:ph type="title"/>
          </p:nvPr>
        </p:nvSpPr>
        <p:spPr>
          <a:xfrm>
            <a:off x="790450" y="3650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00FFFF"/>
                </a:solidFill>
                <a:latin typeface="Verdana"/>
                <a:ea typeface="Verdana"/>
                <a:cs typeface="Verdana"/>
                <a:sym typeface="Verdana"/>
              </a:rPr>
              <a:t>Lead up to Project Theme Selection</a:t>
            </a:r>
            <a:endParaRPr>
              <a:solidFill>
                <a:srgbClr val="00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Attributing Images Example</a:t>
            </a:r>
            <a:endParaRPr/>
          </a:p>
        </p:txBody>
      </p:sp>
      <p:pic>
        <p:nvPicPr>
          <p:cNvPr id="256" name="Google Shape;256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5147" y="2932201"/>
            <a:ext cx="3501300" cy="2625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7" name="Google Shape;257;p35"/>
          <p:cNvGraphicFramePr/>
          <p:nvPr/>
        </p:nvGraphicFramePr>
        <p:xfrm>
          <a:off x="1053310" y="1614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{3C94828D-3B61-46C3-9DF6-4970CD82481D}</a:tableStyleId>
              </a:tblPr>
              <a:tblGrid>
                <a:gridCol w="1300275"/>
                <a:gridCol w="1701575"/>
                <a:gridCol w="5812400"/>
                <a:gridCol w="1253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Authors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Source (e.g. Websites)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Licence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Quattrocento Sans"/>
                        <a:buNone/>
                      </a:pPr>
                      <a:r>
                        <a:rPr b="1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David J</a:t>
                      </a:r>
                      <a:r>
                        <a:rPr b="0" i="0" lang="en-US" sz="1400" u="none" cap="none" strike="noStrike">
                          <a:solidFill>
                            <a:srgbClr val="1312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Quattrocento Sans"/>
                        <a:buNone/>
                      </a:pPr>
                      <a:r>
                        <a:rPr b="1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Winter in town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https://www.pixsy.com/image-licensing/correctly-attribute-images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Quattrocento Sans"/>
                        <a:buNone/>
                      </a:pPr>
                      <a:r>
                        <a:rPr b="1"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 BY 2.0</a:t>
                      </a:r>
                      <a:endParaRPr b="0" i="0" sz="1400" u="none" cap="none" strike="noStrike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35"/>
          <p:cNvSpPr txBox="1"/>
          <p:nvPr>
            <p:ph type="title"/>
          </p:nvPr>
        </p:nvSpPr>
        <p:spPr>
          <a:xfrm>
            <a:off x="895075" y="365063"/>
            <a:ext cx="743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FF9900"/>
                </a:solidFill>
              </a:rPr>
              <a:t>Attributing Images Example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Project timeline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64" name="Google Shape;264;p36"/>
          <p:cNvGraphicFramePr/>
          <p:nvPr/>
        </p:nvGraphicFramePr>
        <p:xfrm>
          <a:off x="840441" y="15688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{3C94828D-3B61-46C3-9DF6-4970CD82481D}</a:tableStyleId>
              </a:tblPr>
              <a:tblGrid>
                <a:gridCol w="1769625"/>
                <a:gridCol w="6606600"/>
                <a:gridCol w="1209250"/>
              </a:tblGrid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Period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Tasks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Status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Theme Selection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Source file is created and published in the required format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Media are used and integrated; also comply with copyright rules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Intro Animation is created based on project requirement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 Animation is created based on project requirement</a:t>
                      </a:r>
                      <a:endParaRPr b="0" i="0" sz="1800" u="none" cap="none" strike="noStrike">
                        <a:solidFill>
                          <a:srgbClr val="80808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Restart Button and 2 interaction buttons are created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 is applied to user interaction component based on requirement – e.g. stop the animation; go to frame and play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Comments are written to explain the code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your animation on browser and refine your animation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Week 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can be further improved?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36"/>
          <p:cNvSpPr/>
          <p:nvPr/>
        </p:nvSpPr>
        <p:spPr>
          <a:xfrm>
            <a:off x="9596550" y="2037224"/>
            <a:ext cx="179294" cy="176929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9596549" y="2468221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9618960" y="3475310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9618961" y="2945462"/>
            <a:ext cx="179294" cy="176929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/>
          <p:nvPr/>
        </p:nvSpPr>
        <p:spPr>
          <a:xfrm>
            <a:off x="9618961" y="3899943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9618960" y="4300982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9618961" y="4755572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6"/>
          <p:cNvSpPr/>
          <p:nvPr/>
        </p:nvSpPr>
        <p:spPr>
          <a:xfrm>
            <a:off x="9618960" y="5304523"/>
            <a:ext cx="179294" cy="176929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9618961" y="5746378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9618960" y="6188289"/>
            <a:ext cx="179400" cy="177000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6"/>
          <p:cNvSpPr txBox="1"/>
          <p:nvPr>
            <p:ph type="title"/>
          </p:nvPr>
        </p:nvSpPr>
        <p:spPr>
          <a:xfrm>
            <a:off x="895525" y="365050"/>
            <a:ext cx="4740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Project timeline</a:t>
            </a:r>
            <a:endParaRPr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Past Examples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838200" y="1825625"/>
            <a:ext cx="6739200" cy="4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431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3"/>
              </a:rPr>
              <a:t>https://sss.joycegsy.com/PeiEn/</a:t>
            </a:r>
            <a:endParaRPr sz="2260"/>
          </a:p>
          <a:p>
            <a:pPr indent="-19431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4"/>
              </a:rPr>
              <a:t>https://sss.joycegsy.com/HongTing/</a:t>
            </a:r>
            <a:endParaRPr sz="2260"/>
          </a:p>
          <a:p>
            <a:pPr indent="-19431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5"/>
              </a:rPr>
              <a:t>https://sss.joycegsy.com/Ezra/</a:t>
            </a:r>
            <a:endParaRPr sz="2260"/>
          </a:p>
          <a:p>
            <a:pPr indent="-19431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6"/>
              </a:rPr>
              <a:t>https://sss.joycegsy.com/Aqmal/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7"/>
              </a:rPr>
              <a:t>https://the-king-12.github.io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8"/>
              </a:rPr>
              <a:t>https://sss.joycegsy.com/Joanna/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9"/>
              </a:rPr>
              <a:t>https://sss.joycegsy.com/Emberlyn/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10"/>
              </a:rPr>
              <a:t>https://sss.joycegsy.com/Estelle/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11"/>
              </a:rPr>
              <a:t>https://sss.joycegsy.com/Mukhriz/</a:t>
            </a:r>
            <a:endParaRPr sz="2260"/>
          </a:p>
          <a:p>
            <a:pPr indent="-14986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560"/>
              <a:buChar char="•"/>
            </a:pPr>
            <a:r>
              <a:rPr lang="en-US" sz="2260" u="sng">
                <a:solidFill>
                  <a:schemeClr val="hlink"/>
                </a:solidFill>
                <a:hlinkClick r:id="rId12"/>
              </a:rPr>
              <a:t>https://sss.joycegsy.com/Zavier/</a:t>
            </a:r>
            <a:endParaRPr sz="226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60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t/>
            </a:r>
            <a:endParaRPr sz="22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